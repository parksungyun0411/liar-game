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3/26/2024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Relationship Id="rId20" Type="http://schemas.openxmlformats.org/officeDocument/2006/relationships/image" Target="../media/image32.png"/><Relationship Id="rId21" Type="http://schemas.openxmlformats.org/officeDocument/2006/relationships/image" Target="../media/image3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97.png"/><Relationship Id="rId11" Type="http://schemas.openxmlformats.org/officeDocument/2006/relationships/image" Target="../media/image98.png"/><Relationship Id="rId12" Type="http://schemas.openxmlformats.org/officeDocument/2006/relationships/image" Target="../media/image9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445444" y="348704"/>
            <a:ext cx="5840270" cy="10285714"/>
            <a:chOff x="12445444" y="348704"/>
            <a:chExt cx="5840270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45444" y="348704"/>
              <a:ext cx="5840270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697601" y="1807152"/>
            <a:ext cx="4588113" cy="14286"/>
            <a:chOff x="13697601" y="1807152"/>
            <a:chExt cx="4588113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97601" y="1807152"/>
              <a:ext cx="4588113" cy="1428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714285" y="8383914"/>
            <a:ext cx="4588113" cy="14286"/>
            <a:chOff x="13714285" y="8383914"/>
            <a:chExt cx="4588113" cy="14286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4285" y="8383914"/>
              <a:ext cx="4588113" cy="1428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714285" y="9508133"/>
            <a:ext cx="4588113" cy="14286"/>
            <a:chOff x="13714285" y="9508133"/>
            <a:chExt cx="4588113" cy="1428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4285" y="9508133"/>
              <a:ext cx="4588113" cy="1428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41589" y="6008568"/>
            <a:ext cx="17462123" cy="14286"/>
            <a:chOff x="841589" y="6008568"/>
            <a:chExt cx="17462123" cy="14286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1589" y="6008568"/>
              <a:ext cx="17462123" cy="14286"/>
            </a:xfrm>
            <a:prstGeom prst="rect">
              <a:avLst/>
            </a:prstGeom>
          </p:spPr>
        </p:pic>
      </p:grpSp>
      <p:pic>
        <p:nvPicPr>
          <p:cNvPr id="17" name="Object 1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77120" y="1050619"/>
            <a:ext cx="10066629" cy="3418162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063630" y="7288843"/>
            <a:ext cx="5195581" cy="1461400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3697601" y="3180058"/>
            <a:ext cx="4588113" cy="14286"/>
            <a:chOff x="13697601" y="3180058"/>
            <a:chExt cx="4588113" cy="14286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697601" y="3180058"/>
              <a:ext cx="4588113" cy="14286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3707125" y="7193654"/>
            <a:ext cx="4588113" cy="14286"/>
            <a:chOff x="13707125" y="7193654"/>
            <a:chExt cx="4588113" cy="14286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707125" y="7193654"/>
              <a:ext cx="4588113" cy="14286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3063630" y="6125860"/>
            <a:ext cx="5207010" cy="1461400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3504074" y="870225"/>
            <a:ext cx="4953562" cy="1418667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3494550" y="2167125"/>
            <a:ext cx="5246895" cy="1505095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063630" y="8474717"/>
            <a:ext cx="5347962" cy="14706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189796" y="5135714"/>
            <a:ext cx="10658557" cy="14286"/>
            <a:chOff x="-1189796" y="5135714"/>
            <a:chExt cx="10658557" cy="1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5400000">
              <a:off x="-1189796" y="5135714"/>
              <a:ext cx="10658557" cy="1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533547" y="5947301"/>
            <a:ext cx="11672310" cy="875138"/>
            <a:chOff x="5533547" y="5947301"/>
            <a:chExt cx="11672310" cy="875138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5533547" y="6031891"/>
              <a:ext cx="581111" cy="650120"/>
              <a:chOff x="5533547" y="6031891"/>
              <a:chExt cx="581111" cy="650120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533547" y="6031891"/>
                <a:ext cx="581111" cy="650120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13887834" y="6363591"/>
              <a:ext cx="2290370" cy="21429"/>
              <a:chOff x="13887834" y="6363591"/>
              <a:chExt cx="2290370" cy="21429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887834" y="6363591"/>
                <a:ext cx="2290370" cy="21429"/>
              </a:xfrm>
              <a:prstGeom prst="rect">
                <a:avLst/>
              </a:prstGeom>
            </p:spPr>
          </p:pic>
        </p:grpSp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03695" y="5585397"/>
              <a:ext cx="4645105" cy="1676190"/>
            </a:xfrm>
            <a:prstGeom prst="rect">
              <a:avLst/>
            </a:prstGeom>
          </p:spPr>
        </p:pic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0276" y="5974557"/>
              <a:ext cx="813771" cy="897686"/>
            </a:xfrm>
            <a:prstGeom prst="rect">
              <a:avLst/>
            </a:prstGeom>
          </p:spPr>
        </p:pic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30626" y="5791964"/>
              <a:ext cx="2862857" cy="1540952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39568" y="563296"/>
            <a:ext cx="3047657" cy="2873371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5533547" y="928563"/>
            <a:ext cx="11672310" cy="1564000"/>
            <a:chOff x="5533547" y="928563"/>
            <a:chExt cx="11672310" cy="1564000"/>
          </a:xfrm>
        </p:grpSpPr>
        <p:grpSp>
          <p:nvGrpSpPr>
            <p:cNvPr id="1006" name="그룹 1006"/>
            <p:cNvGrpSpPr/>
            <p:nvPr/>
          </p:nvGrpSpPr>
          <p:grpSpPr>
            <a:xfrm>
              <a:off x="5533547" y="1042776"/>
              <a:ext cx="581111" cy="650120"/>
              <a:chOff x="5533547" y="1042776"/>
              <a:chExt cx="581111" cy="650120"/>
            </a:xfrm>
          </p:grpSpPr>
          <p:pic>
            <p:nvPicPr>
              <p:cNvPr id="19" name="Object 18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533547" y="1042776"/>
                <a:ext cx="581111" cy="650120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3815851" y="1344854"/>
              <a:ext cx="2290370" cy="21429"/>
              <a:chOff x="13815851" y="1344854"/>
              <a:chExt cx="2290370" cy="21429"/>
            </a:xfrm>
          </p:grpSpPr>
          <p:pic>
            <p:nvPicPr>
              <p:cNvPr id="22" name="Object 21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3815851" y="1344854"/>
                <a:ext cx="2290370" cy="21429"/>
              </a:xfrm>
              <a:prstGeom prst="rect">
                <a:avLst/>
              </a:prstGeom>
            </p:spPr>
          </p:pic>
        </p:grpSp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127505" y="566658"/>
              <a:ext cx="4759390" cy="1676190"/>
            </a:xfrm>
            <a:prstGeom prst="rect">
              <a:avLst/>
            </a:prstGeom>
          </p:spPr>
        </p:pic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53608" y="975914"/>
              <a:ext cx="817581" cy="916733"/>
            </a:xfrm>
            <a:prstGeom prst="rect">
              <a:avLst/>
            </a:prstGeom>
          </p:spPr>
        </p:pic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40150" y="800838"/>
              <a:ext cx="6382857" cy="1543810"/>
            </a:xfrm>
            <a:prstGeom prst="rect">
              <a:avLst/>
            </a:prstGeom>
          </p:spPr>
        </p:pic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77998" y="1637123"/>
              <a:ext cx="7343467" cy="127061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5533547" y="3532829"/>
            <a:ext cx="581111" cy="650120"/>
            <a:chOff x="5533547" y="3532829"/>
            <a:chExt cx="581111" cy="650120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33547" y="3532829"/>
              <a:ext cx="581111" cy="65012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3887834" y="3864529"/>
            <a:ext cx="2290370" cy="21429"/>
            <a:chOff x="13887834" y="3864529"/>
            <a:chExt cx="2290370" cy="21429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887834" y="3864529"/>
              <a:ext cx="2290370" cy="21429"/>
            </a:xfrm>
            <a:prstGeom prst="rect">
              <a:avLst/>
            </a:prstGeom>
          </p:spPr>
        </p:pic>
      </p:grpSp>
      <p:pic>
        <p:nvPicPr>
          <p:cNvPr id="35" name="Object 3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6335333" y="3086332"/>
            <a:ext cx="1440000" cy="1676190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476467" y="3475489"/>
            <a:ext cx="815676" cy="897686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6349674" y="3350891"/>
            <a:ext cx="2796190" cy="2285714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377998" y="4136188"/>
            <a:ext cx="6932038" cy="1270610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6385617" y="6610470"/>
            <a:ext cx="4730133" cy="1270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5508" y="287992"/>
            <a:ext cx="6885676" cy="2515914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176267" y="-158806"/>
            <a:ext cx="2874048" cy="167619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18285714" cy="179978"/>
            <a:chOff x="0" y="0"/>
            <a:chExt cx="18285714" cy="179978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5714" cy="179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87905" y="6360423"/>
            <a:ext cx="7128432" cy="13706"/>
            <a:chOff x="787905" y="6360423"/>
            <a:chExt cx="7128432" cy="13706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905" y="6360423"/>
              <a:ext cx="7128432" cy="13706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69038" y="5414111"/>
            <a:ext cx="3450705" cy="990838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18638" y="6459347"/>
            <a:ext cx="7913333" cy="1467581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787905" y="3210856"/>
            <a:ext cx="7132507" cy="13714"/>
            <a:chOff x="787905" y="3210856"/>
            <a:chExt cx="7132507" cy="13714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7905" y="3210856"/>
              <a:ext cx="7132507" cy="13714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69210" y="2273614"/>
            <a:ext cx="2008114" cy="1049067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32381" y="3319764"/>
            <a:ext cx="5769914" cy="886886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8694486" y="3208954"/>
            <a:ext cx="8608523" cy="13571"/>
            <a:chOff x="8694486" y="3208954"/>
            <a:chExt cx="8608523" cy="1357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94486" y="3208954"/>
              <a:ext cx="8608523" cy="13571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585926" y="3350516"/>
            <a:ext cx="9072800" cy="5735781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560021" y="2266614"/>
            <a:ext cx="1427848" cy="1059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5508" y="287992"/>
            <a:ext cx="6904724" cy="2515914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282934" y="-158806"/>
            <a:ext cx="2696905" cy="167619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18285714" cy="179978"/>
            <a:chOff x="0" y="0"/>
            <a:chExt cx="18285714" cy="179978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5714" cy="179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61119" y="3402800"/>
            <a:ext cx="7183745" cy="14163"/>
            <a:chOff x="861119" y="3402800"/>
            <a:chExt cx="7183745" cy="14163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1119" y="3402800"/>
              <a:ext cx="7183745" cy="1416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750714" y="3426549"/>
            <a:ext cx="4437649" cy="4437649"/>
            <a:chOff x="11750714" y="3426549"/>
            <a:chExt cx="4437649" cy="4437649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50714" y="3426549"/>
              <a:ext cx="4437649" cy="4437649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42203" y="2359816"/>
            <a:ext cx="2009371" cy="1058895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10412" y="3582875"/>
            <a:ext cx="7048476" cy="1466952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901226" y="6783673"/>
            <a:ext cx="7065411" cy="14286"/>
            <a:chOff x="901226" y="6783673"/>
            <a:chExt cx="7065411" cy="14286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1226" y="6783673"/>
              <a:ext cx="7065411" cy="14286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58565" y="5869741"/>
            <a:ext cx="3423010" cy="991210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42899" y="6916692"/>
            <a:ext cx="137143" cy="1099048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91365" y="6891669"/>
            <a:ext cx="7913238" cy="1466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5508" y="287992"/>
            <a:ext cx="6933295" cy="2515914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290553" y="-158806"/>
            <a:ext cx="2683571" cy="167619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18285714" cy="179978"/>
            <a:chOff x="0" y="0"/>
            <a:chExt cx="18285714" cy="179978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5714" cy="179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297935" y="3189136"/>
            <a:ext cx="7748006" cy="14824"/>
            <a:chOff x="9297935" y="3189136"/>
            <a:chExt cx="7748006" cy="14824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97935" y="3189136"/>
              <a:ext cx="7748006" cy="14824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179154" y="2252685"/>
            <a:ext cx="2715124" cy="990838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353961" y="3391114"/>
            <a:ext cx="137143" cy="1184762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983029" y="3211635"/>
            <a:ext cx="7307656" cy="13981"/>
            <a:chOff x="983029" y="3211635"/>
            <a:chExt cx="7307656" cy="13981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3029" y="3211635"/>
              <a:ext cx="7307656" cy="1398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1114286" y="4796828"/>
            <a:ext cx="4094640" cy="4803172"/>
            <a:chOff x="11114286" y="4796828"/>
            <a:chExt cx="4094640" cy="4803172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114286" y="4796828"/>
              <a:ext cx="4094640" cy="4803172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64162" y="2195570"/>
            <a:ext cx="2008800" cy="1059410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80543" y="3407312"/>
            <a:ext cx="8059467" cy="5192924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9195449" y="3407312"/>
            <a:ext cx="7127086" cy="1916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7189448" y="-300226"/>
            <a:ext cx="32681295" cy="12959032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18285714" cy="179978"/>
            <a:chOff x="0" y="0"/>
            <a:chExt cx="18285714" cy="179978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5714" cy="17997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6460" y="287992"/>
            <a:ext cx="8923771" cy="254448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570964" y="-158806"/>
            <a:ext cx="2274286" cy="1676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7189448" y="-328798"/>
            <a:ext cx="32681295" cy="12959032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18285714" cy="179978"/>
            <a:chOff x="0" y="0"/>
            <a:chExt cx="18285714" cy="179978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5714" cy="17997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5508" y="287992"/>
            <a:ext cx="9638057" cy="254448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563345" y="-158806"/>
            <a:ext cx="2287619" cy="1676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7189448" y="-290702"/>
            <a:ext cx="32681295" cy="12959032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0" y="0"/>
            <a:ext cx="18285714" cy="179978"/>
            <a:chOff x="0" y="0"/>
            <a:chExt cx="18285714" cy="179978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5714" cy="17997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5508" y="411802"/>
            <a:ext cx="12411390" cy="2388295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570964" y="-162396"/>
            <a:ext cx="2264762" cy="1681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74503" y="2449399"/>
            <a:ext cx="16393326" cy="2026791"/>
            <a:chOff x="974503" y="2449399"/>
            <a:chExt cx="16393326" cy="202679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503" y="2449399"/>
              <a:ext cx="16393326" cy="202679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74503" y="4728159"/>
            <a:ext cx="16393326" cy="2026791"/>
            <a:chOff x="974503" y="4728159"/>
            <a:chExt cx="16393326" cy="202679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503" y="4728159"/>
              <a:ext cx="16393326" cy="202679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74503" y="7006919"/>
            <a:ext cx="16345998" cy="2020940"/>
            <a:chOff x="974503" y="7006919"/>
            <a:chExt cx="16345998" cy="2020940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4503" y="7006919"/>
              <a:ext cx="16345998" cy="202094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0" y="-81633"/>
            <a:ext cx="18285714" cy="179978"/>
            <a:chOff x="0" y="-81633"/>
            <a:chExt cx="18285714" cy="179978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-81633"/>
              <a:ext cx="18285714" cy="179978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75508" y="421116"/>
            <a:ext cx="11430438" cy="2392952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454305" y="2783975"/>
            <a:ext cx="15434286" cy="1630476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50495" y="5385499"/>
            <a:ext cx="11100952" cy="1020952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457693" y="7336771"/>
            <a:ext cx="15008667" cy="1633038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7159311" y="-349797"/>
            <a:ext cx="1474048" cy="18476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74503" y="2449399"/>
            <a:ext cx="13285237" cy="1642522"/>
            <a:chOff x="974503" y="2449399"/>
            <a:chExt cx="13285237" cy="164252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503" y="2449399"/>
              <a:ext cx="13285237" cy="1642522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0" y="-81633"/>
            <a:ext cx="18285714" cy="179978"/>
            <a:chOff x="0" y="-81633"/>
            <a:chExt cx="18285714" cy="17997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81633"/>
              <a:ext cx="18285714" cy="179978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5508" y="421116"/>
            <a:ext cx="12028533" cy="2392952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86637" y="2718574"/>
            <a:ext cx="12181943" cy="1324695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932165" y="-264083"/>
            <a:ext cx="1852857" cy="1676190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974503" y="4104637"/>
            <a:ext cx="13285237" cy="1642522"/>
            <a:chOff x="974503" y="4104637"/>
            <a:chExt cx="13285237" cy="164252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4503" y="4104637"/>
              <a:ext cx="13285237" cy="164252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74503" y="5759876"/>
            <a:ext cx="13285237" cy="1642522"/>
            <a:chOff x="974503" y="5759876"/>
            <a:chExt cx="13285237" cy="1642522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4503" y="5759876"/>
              <a:ext cx="13285237" cy="164252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74503" y="7415114"/>
            <a:ext cx="13285237" cy="1642522"/>
            <a:chOff x="974503" y="7415114"/>
            <a:chExt cx="13285237" cy="1642522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4503" y="7415114"/>
              <a:ext cx="13285237" cy="1642522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196160" y="4393101"/>
            <a:ext cx="12416229" cy="1324219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186637" y="6258463"/>
            <a:ext cx="10338133" cy="828371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186637" y="7925130"/>
            <a:ext cx="8433371" cy="8283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2445444" y="0"/>
            <a:ext cx="5840270" cy="10285714"/>
            <a:chOff x="12445444" y="0"/>
            <a:chExt cx="5840270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45444" y="0"/>
              <a:ext cx="5840270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841589" y="6008568"/>
            <a:ext cx="17462123" cy="14286"/>
            <a:chOff x="841589" y="6008568"/>
            <a:chExt cx="17462123" cy="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589" y="6008568"/>
              <a:ext cx="17462123" cy="14286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5292" y="1415128"/>
            <a:ext cx="12627086" cy="53339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2024-03-26T00:43:31Z</dcterms:created>
  <dcterms:modified xsi:type="dcterms:W3CDTF">2024-03-26T00:43:31Z</dcterms:modified>
</cp:coreProperties>
</file>